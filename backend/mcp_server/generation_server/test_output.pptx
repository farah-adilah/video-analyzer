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Video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2026-02-15 00:34:39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Filename: test.mp4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transcription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Scene 1</a:t>
            </a:r>
          </a:p>
          <a:p>
            <a:r>
              <a:t>• Scene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